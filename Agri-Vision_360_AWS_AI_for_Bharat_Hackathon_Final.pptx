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Agri-Vision 360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for Rural Innovation &amp; Sustainable Systems</a:t>
            </a:r>
          </a:p>
          <a:p>
            <a:r>
              <a:t>AWS AI for Bharat Hackathon</a:t>
            </a:r>
          </a:p>
          <a:p>
            <a:r>
              <a:t>Professional Track</a:t>
            </a:r>
          </a:p>
          <a:p>
            <a:r>
              <a:t>Pradeep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15–25% crop yield loss due to climate unpredictability</a:t>
            </a:r>
          </a:p>
          <a:p>
            <a:r>
              <a:t>Delayed pest and disease detection</a:t>
            </a:r>
          </a:p>
          <a:p>
            <a:r>
              <a:t>Lack of hyperlocal, real-time advisory</a:t>
            </a:r>
          </a:p>
          <a:p>
            <a:r>
              <a:t>Limited access to regional language AI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Agri-Vision 360: accelerated multimodal AI platform</a:t>
            </a:r>
          </a:p>
          <a:p>
            <a:r>
              <a:rPr dirty="0"/>
              <a:t>Combines satellite imagery, soil data, and mobile photos</a:t>
            </a:r>
          </a:p>
          <a:p>
            <a:r>
              <a:rPr dirty="0"/>
              <a:t>Provides hyperlocal crop advisory</a:t>
            </a:r>
          </a:p>
          <a:p>
            <a:r>
              <a:rPr dirty="0"/>
              <a:t>Voice-first guidance in regional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Selling Proposition (USP)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Parallel processing for satellite analysis</a:t>
            </a:r>
          </a:p>
          <a:p>
            <a:r>
              <a:rPr dirty="0"/>
              <a:t>Real-time vegetation index computation (NDVI/EVI)</a:t>
            </a:r>
          </a:p>
          <a:p>
            <a:r>
              <a:rPr dirty="0"/>
              <a:t>AI-based leaf disease detection</a:t>
            </a:r>
          </a:p>
          <a:p>
            <a:r>
              <a:rPr dirty="0"/>
              <a:t>Multilingual voice advisory via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 stress monitoring</a:t>
            </a:r>
          </a:p>
          <a:p>
            <a:r>
              <a:t>Pest outbreak early warning system</a:t>
            </a:r>
          </a:p>
          <a:p>
            <a:r>
              <a:t>Irrigation and fertilizer recommendations</a:t>
            </a:r>
          </a:p>
          <a:p>
            <a:r>
              <a:t>Soil health insights</a:t>
            </a:r>
          </a:p>
          <a:p>
            <a:r>
              <a:t>Climate risk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Farmer uploads image / Satellite data received</a:t>
            </a:r>
          </a:p>
          <a:p>
            <a:r>
              <a:rPr dirty="0"/>
              <a:t>Computer Vision model processes inputs</a:t>
            </a:r>
          </a:p>
          <a:p>
            <a:r>
              <a:rPr dirty="0"/>
              <a:t>accelerated analytics layer</a:t>
            </a:r>
          </a:p>
          <a:p>
            <a:r>
              <a:rPr dirty="0"/>
              <a:t>AI advisory engine generates recommendation</a:t>
            </a:r>
          </a:p>
          <a:p>
            <a:r>
              <a:rPr dirty="0"/>
              <a:t>Voice response delivered in local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Layer: Satellite imagery + Sensors + Mobile photos</a:t>
            </a:r>
          </a:p>
          <a:p>
            <a:r>
              <a:rPr dirty="0"/>
              <a:t>AI Layer: CNN/</a:t>
            </a:r>
            <a:r>
              <a:rPr dirty="0" err="1"/>
              <a:t>ViT</a:t>
            </a:r>
            <a:r>
              <a:rPr dirty="0"/>
              <a:t> + Crop modeling + LLM advisory</a:t>
            </a:r>
          </a:p>
          <a:p>
            <a:r>
              <a:rPr dirty="0"/>
              <a:t>Cloud Layer: AWS infrastructure</a:t>
            </a:r>
          </a:p>
          <a:p>
            <a:r>
              <a:rPr dirty="0"/>
              <a:t>Delivery Layer: WhatsApp / IVR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Python, </a:t>
            </a:r>
            <a:r>
              <a:rPr dirty="0" err="1"/>
              <a:t>PyTorch</a:t>
            </a:r>
            <a:r>
              <a:rPr dirty="0"/>
              <a:t> / TensorFlow</a:t>
            </a:r>
          </a:p>
          <a:p>
            <a:r>
              <a:rPr dirty="0"/>
              <a:t>Computer Vision (CNN / Vision Transformers)</a:t>
            </a:r>
          </a:p>
          <a:p>
            <a:r>
              <a:rPr dirty="0"/>
              <a:t>Generative AI (AWS Bedrock)</a:t>
            </a:r>
          </a:p>
          <a:p>
            <a:r>
              <a:rPr dirty="0"/>
              <a:t>AWS Cloud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12–21% increase in crop yield</a:t>
            </a:r>
          </a:p>
          <a:p>
            <a:r>
              <a:t>8–12% reduction in pesticide usage</a:t>
            </a:r>
          </a:p>
          <a:p>
            <a:r>
              <a:t>Improved early pest detection</a:t>
            </a:r>
          </a:p>
          <a:p>
            <a:r>
              <a:t>Higher income stability for farmers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1: Pilot deployment in one district</a:t>
            </a:r>
          </a:p>
          <a:p>
            <a:r>
              <a:rPr dirty="0"/>
              <a:t>Phase 2: State-level expansion</a:t>
            </a:r>
          </a:p>
          <a:p>
            <a:r>
              <a:rPr dirty="0"/>
              <a:t>Phase 3: National integration</a:t>
            </a:r>
          </a:p>
          <a:p>
            <a:r>
              <a:rPr dirty="0"/>
              <a:t>Estimated Pilot Cost: </a:t>
            </a:r>
            <a:r>
              <a:rPr lang="en-IN" dirty="0"/>
              <a:t>Not yet done Estimation on it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Agri-Vision 360 empowers farmers with intelligent</a:t>
            </a:r>
          </a:p>
          <a:p>
            <a:r>
              <a:t>accessible, and scalable AI-driven advisory</a:t>
            </a:r>
          </a:p>
          <a:p>
            <a:r>
              <a:t>Aligned with national AI and rural innovation 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288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Agri-Vision 360</vt:lpstr>
      <vt:lpstr>Problem Statement</vt:lpstr>
      <vt:lpstr>Proposed Solution</vt:lpstr>
      <vt:lpstr>Unique Selling Proposition (USP)</vt:lpstr>
      <vt:lpstr>Key Features</vt:lpstr>
      <vt:lpstr>Process Flow</vt:lpstr>
      <vt:lpstr>System Architecture</vt:lpstr>
      <vt:lpstr>Technologies Used</vt:lpstr>
      <vt:lpstr>Expected Impact</vt:lpstr>
      <vt:lpstr>Scalability &amp; Implementation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Yashwanth Balaji Lella</cp:lastModifiedBy>
  <cp:revision>2</cp:revision>
  <dcterms:created xsi:type="dcterms:W3CDTF">2013-01-27T09:14:16Z</dcterms:created>
  <dcterms:modified xsi:type="dcterms:W3CDTF">2026-02-14T12:54:43Z</dcterms:modified>
  <cp:category/>
</cp:coreProperties>
</file>